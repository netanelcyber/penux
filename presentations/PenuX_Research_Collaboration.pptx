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92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Open-source, client-side AI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acute pancreatitis severity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research-collaboration overview — proposal for external validation and clinical feedback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penux.uk  ·  api.penux.uk/docs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Acute pancreatitis is common — and its early course is hard to predict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F1F7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~20–30%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 cases progress to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moderate/severe disease with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failure or necrosis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F1F7F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874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300K+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hospitalizations per year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 alone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F1F7F7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874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66760" y="26517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early triage guides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transfer, fluid strategy,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monitoring intensity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2628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scores (Ranson, APACHE II, BISAP) are validated but coarse, and most published ML models never leave the paper they were published in — no accessible implementation, no way for another center to test them on their own patients.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severity-prediction model that runs entirely in the browser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6733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 the device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03911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values are entered client-side and scored client-side — nothing is sent to a server for prediction. Suited to sites that can't share PHI.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30906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Python/scikit-learn in-browser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4564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 runs via Pyodide — genuine CPython compiled to WebAssembly — not a hand-rolled JS reimplementation. Verified byte-identical to the reference server logic.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26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45079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freely usable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87375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the trained model, and the validation pipeline are public — any group can inspect, fork, or re-validate on their own cohort.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→ in-browser model → score, with no round trip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1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enters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admission-window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unit-toggle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 / US)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30175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55848" y="18288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1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3584448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84448" y="27432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Pyodide loads the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35661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200-tree random forest,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once as JSON,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in the browser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70448" y="30175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1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1656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91656" y="27432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real Python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91656" y="35661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tree-walk logic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reference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implementation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77656" y="30175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70264" y="18288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1F7F7"/>
          </a:solidFill>
          <a:ln/>
        </p:spPr>
      </p:sp>
      <p:sp>
        <p:nvSpPr>
          <p:cNvPr id="23" name="Shape 21"/>
          <p:cNvSpPr/>
          <p:nvPr/>
        </p:nvSpPr>
        <p:spPr>
          <a:xfrm>
            <a:off x="9198864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9198864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98864" y="27432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shown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98864" y="35661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Probability, decision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and model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displayed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MODEL COMPRESSION STUDIO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Shrinking the model without leaving the browser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852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B2027"/>
                </a:solidFill>
              </a:rPr>
              <a:t>The full model — 200 trees × 106 features — is compressed in-browser: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027"/>
                </a:solidFill>
              </a:rPr>
              <a:t>reduce tree count and cap tree depth via real Python (Pyodide), then measure how closely the compressed model still agrees with the original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027"/>
                </a:solidFill>
              </a:rPr>
              <a:t>fidelity is checked with synthetic feature vectors sampled across each feature's real threshold range from the original trees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B2027"/>
                </a:solidFill>
              </a:rPr>
              <a:t>download the compressed model as a standalone JSON — same format, smaller footprint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1737360"/>
            <a:ext cx="4892040" cy="1188720"/>
          </a:xfrm>
          <a:prstGeom prst="roundRect">
            <a:avLst>
              <a:gd name="adj" fmla="val 7692"/>
            </a:avLst>
          </a:prstGeom>
          <a:solidFill>
            <a:srgbClr val="F1F7F7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0" y="1847088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58200" y="184708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file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3042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trees, depth ≤ 6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the full 200-tree 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20840" y="3108960"/>
            <a:ext cx="4892040" cy="1188720"/>
          </a:xfrm>
          <a:prstGeom prst="roundRect">
            <a:avLst>
              <a:gd name="adj" fmla="val 7692"/>
            </a:avLst>
          </a:prstGeom>
          <a:solidFill>
            <a:srgbClr val="F1F7F7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3218688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58200" y="321868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to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58200" y="36758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synthetic inputs spanning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trees' real thresholds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4480560"/>
            <a:ext cx="4892040" cy="1188720"/>
          </a:xfrm>
          <a:prstGeom prst="roundRect">
            <a:avLst>
              <a:gd name="adj" fmla="val 7692"/>
            </a:avLst>
          </a:prstGeom>
          <a:solidFill>
            <a:srgbClr val="F1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4590288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58200" y="459028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58200" y="50474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severe / not-severe call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full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from one aggressive-compression run — a self-consistency check against the full model, not a clinical accuracy claim.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Early-stage — real numbers, real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cohort used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 scoring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2976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admission-window labs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clinical variables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0" y="17830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9552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random-forest ensemble,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0.535 decision threshold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0A4B5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34340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Brier score, and lognormal fit diagnostics are computed live in the browser from raw model outputs — openly viewable, not a static report. What we don't yet have: prospective, multi-site external validation. That's exactly what this collaboration is for.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collaboration would look 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1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model against a held-out or prospective cohort at your center and share aggregate performance — no patient-level data needs to leave your site.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1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33756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70332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feature choices, the decision threshold, and whether the tool fits a real triage workflow.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1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7548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&amp; authorship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512064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co-authorship on a validation write-up, or simply a citation if the tool is useful as-is.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943600" cy="59436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validate this together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model, live API, and interactive documentation — everything needed to try it against your own data.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4074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penux.uk / predict/client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DOCS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5184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api.penux.uk/docs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9618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github.com/netanelcyber/penuX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2026-08-03T06:25:51Z</dcterms:created>
  <dcterms:modified xsi:type="dcterms:W3CDTF">2026-08-03T06:25:51Z</dcterms:modified>
</cp:coreProperties>
</file>